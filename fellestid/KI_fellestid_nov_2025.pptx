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B2928-C11D-5640-BB33-CE39F7EBB1D3}" v="29" dt="2025-11-09T21:13:25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ling Midtgard" userId="d26c5296-81c7-47c5-a477-1ded7491f0af" providerId="ADAL" clId="{2BF65CDF-B4BC-4839-A6D4-741219542F92}"/>
    <pc:docChg chg="custSel addSld modSld">
      <pc:chgData name="Erling Midtgard" userId="d26c5296-81c7-47c5-a477-1ded7491f0af" providerId="ADAL" clId="{2BF65CDF-B4BC-4839-A6D4-741219542F92}" dt="2025-11-07T08:58:17.974" v="945" actId="1076"/>
      <pc:docMkLst>
        <pc:docMk/>
      </pc:docMkLst>
      <pc:sldChg chg="modSp mod">
        <pc:chgData name="Erling Midtgard" userId="d26c5296-81c7-47c5-a477-1ded7491f0af" providerId="ADAL" clId="{2BF65CDF-B4BC-4839-A6D4-741219542F92}" dt="2025-11-07T08:16:30.024" v="810" actId="20577"/>
        <pc:sldMkLst>
          <pc:docMk/>
          <pc:sldMk cId="2711586628" sldId="257"/>
        </pc:sldMkLst>
        <pc:spChg chg="mod">
          <ac:chgData name="Erling Midtgard" userId="d26c5296-81c7-47c5-a477-1ded7491f0af" providerId="ADAL" clId="{2BF65CDF-B4BC-4839-A6D4-741219542F92}" dt="2025-11-07T08:16:30.024" v="810" actId="20577"/>
          <ac:spMkLst>
            <pc:docMk/>
            <pc:sldMk cId="2711586628" sldId="257"/>
            <ac:spMk id="3" creationId="{EDE0BD1E-0C8A-64AE-13D5-C9130BBF3DBA}"/>
          </ac:spMkLst>
        </pc:spChg>
      </pc:sldChg>
      <pc:sldChg chg="modSp mod">
        <pc:chgData name="Erling Midtgard" userId="d26c5296-81c7-47c5-a477-1ded7491f0af" providerId="ADAL" clId="{2BF65CDF-B4BC-4839-A6D4-741219542F92}" dt="2025-11-07T08:20:42.879" v="917" actId="20577"/>
        <pc:sldMkLst>
          <pc:docMk/>
          <pc:sldMk cId="4131162088" sldId="258"/>
        </pc:sldMkLst>
        <pc:spChg chg="mod">
          <ac:chgData name="Erling Midtgard" userId="d26c5296-81c7-47c5-a477-1ded7491f0af" providerId="ADAL" clId="{2BF65CDF-B4BC-4839-A6D4-741219542F92}" dt="2025-11-07T08:20:29.485" v="905" actId="404"/>
          <ac:spMkLst>
            <pc:docMk/>
            <pc:sldMk cId="4131162088" sldId="258"/>
            <ac:spMk id="2" creationId="{C7BAE635-CC2E-9B55-238A-C0142A30854A}"/>
          </ac:spMkLst>
        </pc:spChg>
        <pc:spChg chg="mod">
          <ac:chgData name="Erling Midtgard" userId="d26c5296-81c7-47c5-a477-1ded7491f0af" providerId="ADAL" clId="{2BF65CDF-B4BC-4839-A6D4-741219542F92}" dt="2025-11-07T08:20:42.879" v="917" actId="20577"/>
          <ac:spMkLst>
            <pc:docMk/>
            <pc:sldMk cId="4131162088" sldId="258"/>
            <ac:spMk id="3" creationId="{54D40AC4-B03B-224C-D318-955C90EB72C4}"/>
          </ac:spMkLst>
        </pc:spChg>
      </pc:sldChg>
      <pc:sldChg chg="addSp delSp modSp new mod">
        <pc:chgData name="Erling Midtgard" userId="d26c5296-81c7-47c5-a477-1ded7491f0af" providerId="ADAL" clId="{2BF65CDF-B4BC-4839-A6D4-741219542F92}" dt="2025-11-07T08:58:17.974" v="945" actId="1076"/>
        <pc:sldMkLst>
          <pc:docMk/>
          <pc:sldMk cId="1099715846" sldId="259"/>
        </pc:sldMkLst>
        <pc:spChg chg="add mod">
          <ac:chgData name="Erling Midtgard" userId="d26c5296-81c7-47c5-a477-1ded7491f0af" providerId="ADAL" clId="{2BF65CDF-B4BC-4839-A6D4-741219542F92}" dt="2025-11-07T08:22:30.821" v="932" actId="14100"/>
          <ac:spMkLst>
            <pc:docMk/>
            <pc:sldMk cId="1099715846" sldId="259"/>
            <ac:spMk id="4" creationId="{DF783A59-E3E8-557D-53DC-BA4D386C61A7}"/>
          </ac:spMkLst>
        </pc:spChg>
        <pc:spChg chg="add mod">
          <ac:chgData name="Erling Midtgard" userId="d26c5296-81c7-47c5-a477-1ded7491f0af" providerId="ADAL" clId="{2BF65CDF-B4BC-4839-A6D4-741219542F92}" dt="2025-11-07T08:22:33.829" v="933" actId="14100"/>
          <ac:spMkLst>
            <pc:docMk/>
            <pc:sldMk cId="1099715846" sldId="259"/>
            <ac:spMk id="5" creationId="{A2ADC0C3-3567-4451-29E1-911EDBDCA5AB}"/>
          </ac:spMkLst>
        </pc:spChg>
        <pc:spChg chg="add mod">
          <ac:chgData name="Erling Midtgard" userId="d26c5296-81c7-47c5-a477-1ded7491f0af" providerId="ADAL" clId="{2BF65CDF-B4BC-4839-A6D4-741219542F92}" dt="2025-11-07T08:22:35.789" v="934" actId="14100"/>
          <ac:spMkLst>
            <pc:docMk/>
            <pc:sldMk cId="1099715846" sldId="259"/>
            <ac:spMk id="6" creationId="{AFD07F1E-1440-011E-0F71-85BD3C09A6ED}"/>
          </ac:spMkLst>
        </pc:spChg>
      </pc:sldChg>
      <pc:sldChg chg="new">
        <pc:chgData name="Erling Midtgard" userId="d26c5296-81c7-47c5-a477-1ded7491f0af" providerId="ADAL" clId="{2BF65CDF-B4BC-4839-A6D4-741219542F92}" dt="2025-11-07T08:38:17.398" v="935" actId="680"/>
        <pc:sldMkLst>
          <pc:docMk/>
          <pc:sldMk cId="280464251" sldId="260"/>
        </pc:sldMkLst>
      </pc:sldChg>
    </pc:docChg>
  </pc:docChgLst>
  <pc:docChgLst>
    <pc:chgData name="Erling Midtgard" userId="d26c5296-81c7-47c5-a477-1ded7491f0af" providerId="ADAL" clId="{7D346E6E-DA67-5F3C-8E98-240A1BF6F695}"/>
    <pc:docChg chg="undo custSel addSld modSld sldOrd">
      <pc:chgData name="Erling Midtgard" userId="d26c5296-81c7-47c5-a477-1ded7491f0af" providerId="ADAL" clId="{7D346E6E-DA67-5F3C-8E98-240A1BF6F695}" dt="2025-11-09T21:23:32.120" v="2691" actId="20577"/>
      <pc:docMkLst>
        <pc:docMk/>
      </pc:docMkLst>
      <pc:sldChg chg="modSp mod">
        <pc:chgData name="Erling Midtgard" userId="d26c5296-81c7-47c5-a477-1ded7491f0af" providerId="ADAL" clId="{7D346E6E-DA67-5F3C-8E98-240A1BF6F695}" dt="2025-11-09T21:23:32.120" v="2691" actId="20577"/>
        <pc:sldMkLst>
          <pc:docMk/>
          <pc:sldMk cId="2711586628" sldId="257"/>
        </pc:sldMkLst>
        <pc:spChg chg="mod">
          <ac:chgData name="Erling Midtgard" userId="d26c5296-81c7-47c5-a477-1ded7491f0af" providerId="ADAL" clId="{7D346E6E-DA67-5F3C-8E98-240A1BF6F695}" dt="2025-11-09T21:23:32.120" v="2691" actId="20577"/>
          <ac:spMkLst>
            <pc:docMk/>
            <pc:sldMk cId="2711586628" sldId="257"/>
            <ac:spMk id="2" creationId="{28E5483F-FDAF-04FC-5A5D-2CDEF99BE1FD}"/>
          </ac:spMkLst>
        </pc:spChg>
        <pc:spChg chg="mod">
          <ac:chgData name="Erling Midtgard" userId="d26c5296-81c7-47c5-a477-1ded7491f0af" providerId="ADAL" clId="{7D346E6E-DA67-5F3C-8E98-240A1BF6F695}" dt="2025-11-09T20:34:24.039" v="10" actId="27636"/>
          <ac:spMkLst>
            <pc:docMk/>
            <pc:sldMk cId="2711586628" sldId="257"/>
            <ac:spMk id="3" creationId="{EDE0BD1E-0C8A-64AE-13D5-C9130BBF3DBA}"/>
          </ac:spMkLst>
        </pc:spChg>
      </pc:sldChg>
      <pc:sldChg chg="addSp delSp modSp mod">
        <pc:chgData name="Erling Midtgard" userId="d26c5296-81c7-47c5-a477-1ded7491f0af" providerId="ADAL" clId="{7D346E6E-DA67-5F3C-8E98-240A1BF6F695}" dt="2025-11-09T20:43:52.977" v="255"/>
        <pc:sldMkLst>
          <pc:docMk/>
          <pc:sldMk cId="1099715846" sldId="259"/>
        </pc:sldMkLst>
        <pc:spChg chg="add del mod">
          <ac:chgData name="Erling Midtgard" userId="d26c5296-81c7-47c5-a477-1ded7491f0af" providerId="ADAL" clId="{7D346E6E-DA67-5F3C-8E98-240A1BF6F695}" dt="2025-11-09T20:34:30.155" v="13"/>
          <ac:spMkLst>
            <pc:docMk/>
            <pc:sldMk cId="1099715846" sldId="259"/>
            <ac:spMk id="2" creationId="{CBBE670A-40A3-4EBA-296F-99DDB8013BDF}"/>
          </ac:spMkLst>
        </pc:spChg>
        <pc:spChg chg="add del mod">
          <ac:chgData name="Erling Midtgard" userId="d26c5296-81c7-47c5-a477-1ded7491f0af" providerId="ADAL" clId="{7D346E6E-DA67-5F3C-8E98-240A1BF6F695}" dt="2025-11-09T20:43:52.221" v="243"/>
          <ac:spMkLst>
            <pc:docMk/>
            <pc:sldMk cId="1099715846" sldId="259"/>
            <ac:spMk id="3" creationId="{FB58F9DA-42A9-374E-C6EA-70AE5B8985BC}"/>
          </ac:spMkLst>
        </pc:spChg>
        <pc:spChg chg="mod">
          <ac:chgData name="Erling Midtgard" userId="d26c5296-81c7-47c5-a477-1ded7491f0af" providerId="ADAL" clId="{7D346E6E-DA67-5F3C-8E98-240A1BF6F695}" dt="2025-11-09T20:33:50.469" v="8" actId="14100"/>
          <ac:spMkLst>
            <pc:docMk/>
            <pc:sldMk cId="1099715846" sldId="259"/>
            <ac:spMk id="6" creationId="{AFD07F1E-1440-011E-0F71-85BD3C09A6ED}"/>
          </ac:spMkLst>
        </pc:spChg>
        <pc:spChg chg="del mod">
          <ac:chgData name="Erling Midtgard" userId="d26c5296-81c7-47c5-a477-1ded7491f0af" providerId="ADAL" clId="{7D346E6E-DA67-5F3C-8E98-240A1BF6F695}" dt="2025-11-09T20:43:52.174" v="241"/>
          <ac:spMkLst>
            <pc:docMk/>
            <pc:sldMk cId="1099715846" sldId="259"/>
            <ac:spMk id="7" creationId="{FA140FBE-6E1E-82DF-4811-78597955712D}"/>
          </ac:spMkLst>
        </pc:spChg>
        <pc:spChg chg="del mod">
          <ac:chgData name="Erling Midtgard" userId="d26c5296-81c7-47c5-a477-1ded7491f0af" providerId="ADAL" clId="{7D346E6E-DA67-5F3C-8E98-240A1BF6F695}" dt="2025-11-09T20:43:52.714" v="247"/>
          <ac:spMkLst>
            <pc:docMk/>
            <pc:sldMk cId="1099715846" sldId="259"/>
            <ac:spMk id="8" creationId="{91D70455-6178-6B95-4EF3-E33ED50BB7CE}"/>
          </ac:spMkLst>
        </pc:spChg>
        <pc:spChg chg="del mod">
          <ac:chgData name="Erling Midtgard" userId="d26c5296-81c7-47c5-a477-1ded7491f0af" providerId="ADAL" clId="{7D346E6E-DA67-5F3C-8E98-240A1BF6F695}" dt="2025-11-09T20:43:52.977" v="255"/>
          <ac:spMkLst>
            <pc:docMk/>
            <pc:sldMk cId="1099715846" sldId="259"/>
            <ac:spMk id="9" creationId="{DE45F77B-E2D4-E4A5-D43C-40E9A6837643}"/>
          </ac:spMkLst>
        </pc:spChg>
        <pc:spChg chg="add del mod">
          <ac:chgData name="Erling Midtgard" userId="d26c5296-81c7-47c5-a477-1ded7491f0af" providerId="ADAL" clId="{7D346E6E-DA67-5F3C-8E98-240A1BF6F695}" dt="2025-11-09T20:43:52.976" v="253"/>
          <ac:spMkLst>
            <pc:docMk/>
            <pc:sldMk cId="1099715846" sldId="259"/>
            <ac:spMk id="10" creationId="{976C1426-60DD-B278-DEED-40C5D30BEF0D}"/>
          </ac:spMkLst>
        </pc:spChg>
        <pc:spChg chg="add del mod">
          <ac:chgData name="Erling Midtgard" userId="d26c5296-81c7-47c5-a477-1ded7491f0af" providerId="ADAL" clId="{7D346E6E-DA67-5F3C-8E98-240A1BF6F695}" dt="2025-11-09T20:35:15.508" v="23"/>
          <ac:spMkLst>
            <pc:docMk/>
            <pc:sldMk cId="1099715846" sldId="259"/>
            <ac:spMk id="11" creationId="{7367B7CC-6F0E-ABAD-1069-30818BF514C3}"/>
          </ac:spMkLst>
        </pc:spChg>
        <pc:spChg chg="add mod">
          <ac:chgData name="Erling Midtgard" userId="d26c5296-81c7-47c5-a477-1ded7491f0af" providerId="ADAL" clId="{7D346E6E-DA67-5F3C-8E98-240A1BF6F695}" dt="2025-11-09T20:41:31.169" v="138" actId="1076"/>
          <ac:spMkLst>
            <pc:docMk/>
            <pc:sldMk cId="1099715846" sldId="259"/>
            <ac:spMk id="12" creationId="{F4D7EBA3-1C76-E7AC-3A40-255C52AB22E4}"/>
          </ac:spMkLst>
        </pc:spChg>
        <pc:spChg chg="add mod">
          <ac:chgData name="Erling Midtgard" userId="d26c5296-81c7-47c5-a477-1ded7491f0af" providerId="ADAL" clId="{7D346E6E-DA67-5F3C-8E98-240A1BF6F695}" dt="2025-11-09T20:41:31.169" v="138" actId="1076"/>
          <ac:spMkLst>
            <pc:docMk/>
            <pc:sldMk cId="1099715846" sldId="259"/>
            <ac:spMk id="13" creationId="{7B99FA96-8D6A-439E-407B-C55F820F6276}"/>
          </ac:spMkLst>
        </pc:spChg>
        <pc:spChg chg="add mod">
          <ac:chgData name="Erling Midtgard" userId="d26c5296-81c7-47c5-a477-1ded7491f0af" providerId="ADAL" clId="{7D346E6E-DA67-5F3C-8E98-240A1BF6F695}" dt="2025-11-09T20:41:31.169" v="138" actId="1076"/>
          <ac:spMkLst>
            <pc:docMk/>
            <pc:sldMk cId="1099715846" sldId="259"/>
            <ac:spMk id="14" creationId="{F955BC56-80E8-5EBF-E614-6889368640C8}"/>
          </ac:spMkLst>
        </pc:spChg>
        <pc:spChg chg="add mod">
          <ac:chgData name="Erling Midtgard" userId="d26c5296-81c7-47c5-a477-1ded7491f0af" providerId="ADAL" clId="{7D346E6E-DA67-5F3C-8E98-240A1BF6F695}" dt="2025-11-09T20:41:31.169" v="138" actId="1076"/>
          <ac:spMkLst>
            <pc:docMk/>
            <pc:sldMk cId="1099715846" sldId="259"/>
            <ac:spMk id="16" creationId="{BD00A277-F4FA-A135-F404-4BAB37008B3C}"/>
          </ac:spMkLst>
        </pc:spChg>
        <pc:spChg chg="add mod">
          <ac:chgData name="Erling Midtgard" userId="d26c5296-81c7-47c5-a477-1ded7491f0af" providerId="ADAL" clId="{7D346E6E-DA67-5F3C-8E98-240A1BF6F695}" dt="2025-11-09T20:37:38.505" v="78" actId="1076"/>
          <ac:spMkLst>
            <pc:docMk/>
            <pc:sldMk cId="1099715846" sldId="259"/>
            <ac:spMk id="18" creationId="{551D975A-368C-E9FC-703D-6AE097BBF03B}"/>
          </ac:spMkLst>
        </pc:spChg>
        <pc:spChg chg="add del mod">
          <ac:chgData name="Erling Midtgard" userId="d26c5296-81c7-47c5-a477-1ded7491f0af" providerId="ADAL" clId="{7D346E6E-DA67-5F3C-8E98-240A1BF6F695}" dt="2025-11-09T20:43:52.575" v="245"/>
          <ac:spMkLst>
            <pc:docMk/>
            <pc:sldMk cId="1099715846" sldId="259"/>
            <ac:spMk id="20" creationId="{75612440-F8FB-DBC2-9908-E5A321EBA5E5}"/>
          </ac:spMkLst>
        </pc:spChg>
        <pc:spChg chg="add mod">
          <ac:chgData name="Erling Midtgard" userId="d26c5296-81c7-47c5-a477-1ded7491f0af" providerId="ADAL" clId="{7D346E6E-DA67-5F3C-8E98-240A1BF6F695}" dt="2025-11-09T20:39:42.899" v="116" actId="1076"/>
          <ac:spMkLst>
            <pc:docMk/>
            <pc:sldMk cId="1099715846" sldId="259"/>
            <ac:spMk id="22" creationId="{A93DEECE-0AF5-9E38-41E2-5A11F2AA2EAD}"/>
          </ac:spMkLst>
        </pc:spChg>
        <pc:spChg chg="add del mod">
          <ac:chgData name="Erling Midtgard" userId="d26c5296-81c7-47c5-a477-1ded7491f0af" providerId="ADAL" clId="{7D346E6E-DA67-5F3C-8E98-240A1BF6F695}" dt="2025-11-09T20:43:52.964" v="251"/>
          <ac:spMkLst>
            <pc:docMk/>
            <pc:sldMk cId="1099715846" sldId="259"/>
            <ac:spMk id="24" creationId="{7463555F-B764-A9C9-24C3-2F5F0EA705CB}"/>
          </ac:spMkLst>
        </pc:spChg>
        <pc:spChg chg="add del mod">
          <ac:chgData name="Erling Midtgard" userId="d26c5296-81c7-47c5-a477-1ded7491f0af" providerId="ADAL" clId="{7D346E6E-DA67-5F3C-8E98-240A1BF6F695}" dt="2025-11-09T20:43:52.816" v="249"/>
          <ac:spMkLst>
            <pc:docMk/>
            <pc:sldMk cId="1099715846" sldId="259"/>
            <ac:spMk id="26" creationId="{14ECB575-8B25-F810-9049-0C403AC03835}"/>
          </ac:spMkLst>
        </pc:spChg>
        <pc:spChg chg="add mod">
          <ac:chgData name="Erling Midtgard" userId="d26c5296-81c7-47c5-a477-1ded7491f0af" providerId="ADAL" clId="{7D346E6E-DA67-5F3C-8E98-240A1BF6F695}" dt="2025-11-09T20:41:31.169" v="138" actId="1076"/>
          <ac:spMkLst>
            <pc:docMk/>
            <pc:sldMk cId="1099715846" sldId="259"/>
            <ac:spMk id="28" creationId="{79CCD041-1330-0B11-7C4E-76D5738B8517}"/>
          </ac:spMkLst>
        </pc:spChg>
        <pc:spChg chg="add mod">
          <ac:chgData name="Erling Midtgard" userId="d26c5296-81c7-47c5-a477-1ded7491f0af" providerId="ADAL" clId="{7D346E6E-DA67-5F3C-8E98-240A1BF6F695}" dt="2025-11-09T20:42:54.080" v="229" actId="114"/>
          <ac:spMkLst>
            <pc:docMk/>
            <pc:sldMk cId="1099715846" sldId="259"/>
            <ac:spMk id="29" creationId="{4D59778E-FFA4-8E21-0EAB-74A3A6D3D078}"/>
          </ac:spMkLst>
        </pc:spChg>
      </pc:sldChg>
      <pc:sldChg chg="addSp modSp mod">
        <pc:chgData name="Erling Midtgard" userId="d26c5296-81c7-47c5-a477-1ded7491f0af" providerId="ADAL" clId="{7D346E6E-DA67-5F3C-8E98-240A1BF6F695}" dt="2025-11-09T21:03:09.670" v="1418" actId="20577"/>
        <pc:sldMkLst>
          <pc:docMk/>
          <pc:sldMk cId="280464251" sldId="260"/>
        </pc:sldMkLst>
        <pc:spChg chg="mod">
          <ac:chgData name="Erling Midtgard" userId="d26c5296-81c7-47c5-a477-1ded7491f0af" providerId="ADAL" clId="{7D346E6E-DA67-5F3C-8E98-240A1BF6F695}" dt="2025-11-09T20:46:09.519" v="296" actId="20577"/>
          <ac:spMkLst>
            <pc:docMk/>
            <pc:sldMk cId="280464251" sldId="260"/>
            <ac:spMk id="2" creationId="{5F1BBC19-AEE7-2CF1-5627-45255CB18050}"/>
          </ac:spMkLst>
        </pc:spChg>
        <pc:spChg chg="mod">
          <ac:chgData name="Erling Midtgard" userId="d26c5296-81c7-47c5-a477-1ded7491f0af" providerId="ADAL" clId="{7D346E6E-DA67-5F3C-8E98-240A1BF6F695}" dt="2025-11-09T21:03:09.670" v="1418" actId="20577"/>
          <ac:spMkLst>
            <pc:docMk/>
            <pc:sldMk cId="280464251" sldId="260"/>
            <ac:spMk id="3" creationId="{FDF4664D-77FD-0FB7-CBF1-D04F9B2BFD5C}"/>
          </ac:spMkLst>
        </pc:spChg>
        <pc:spChg chg="add mod">
          <ac:chgData name="Erling Midtgard" userId="d26c5296-81c7-47c5-a477-1ded7491f0af" providerId="ADAL" clId="{7D346E6E-DA67-5F3C-8E98-240A1BF6F695}" dt="2025-11-09T20:55:19.218" v="1017" actId="20577"/>
          <ac:spMkLst>
            <pc:docMk/>
            <pc:sldMk cId="280464251" sldId="260"/>
            <ac:spMk id="4" creationId="{FD6B6E7C-F778-8ADF-5711-78608A7DFA56}"/>
          </ac:spMkLst>
        </pc:spChg>
      </pc:sldChg>
      <pc:sldChg chg="delSp modSp add mod">
        <pc:chgData name="Erling Midtgard" userId="d26c5296-81c7-47c5-a477-1ded7491f0af" providerId="ADAL" clId="{7D346E6E-DA67-5F3C-8E98-240A1BF6F695}" dt="2025-11-09T20:44:05.740" v="261"/>
        <pc:sldMkLst>
          <pc:docMk/>
          <pc:sldMk cId="3009149729" sldId="261"/>
        </pc:sldMkLst>
        <pc:spChg chg="del mod">
          <ac:chgData name="Erling Midtgard" userId="d26c5296-81c7-47c5-a477-1ded7491f0af" providerId="ADAL" clId="{7D346E6E-DA67-5F3C-8E98-240A1BF6F695}" dt="2025-11-09T20:44:05.740" v="261"/>
          <ac:spMkLst>
            <pc:docMk/>
            <pc:sldMk cId="3009149729" sldId="261"/>
            <ac:spMk id="3" creationId="{D4BFA347-D2D6-D61A-39D5-CAF6DBF4289F}"/>
          </ac:spMkLst>
        </pc:spChg>
        <pc:spChg chg="del mod">
          <ac:chgData name="Erling Midtgard" userId="d26c5296-81c7-47c5-a477-1ded7491f0af" providerId="ADAL" clId="{7D346E6E-DA67-5F3C-8E98-240A1BF6F695}" dt="2025-11-09T20:44:05.418" v="259"/>
          <ac:spMkLst>
            <pc:docMk/>
            <pc:sldMk cId="3009149729" sldId="261"/>
            <ac:spMk id="10" creationId="{81057A3F-8672-1417-C4C7-A3B56D76146C}"/>
          </ac:spMkLst>
        </pc:spChg>
      </pc:sldChg>
      <pc:sldChg chg="add">
        <pc:chgData name="Erling Midtgard" userId="d26c5296-81c7-47c5-a477-1ded7491f0af" providerId="ADAL" clId="{7D346E6E-DA67-5F3C-8E98-240A1BF6F695}" dt="2025-11-09T20:43:13.551" v="231"/>
        <pc:sldMkLst>
          <pc:docMk/>
          <pc:sldMk cId="3481304543" sldId="262"/>
        </pc:sldMkLst>
      </pc:sldChg>
      <pc:sldChg chg="modSp new mod">
        <pc:chgData name="Erling Midtgard" userId="d26c5296-81c7-47c5-a477-1ded7491f0af" providerId="ADAL" clId="{7D346E6E-DA67-5F3C-8E98-240A1BF6F695}" dt="2025-11-09T20:58:20.164" v="1414" actId="20577"/>
        <pc:sldMkLst>
          <pc:docMk/>
          <pc:sldMk cId="1023083433" sldId="263"/>
        </pc:sldMkLst>
        <pc:spChg chg="mod">
          <ac:chgData name="Erling Midtgard" userId="d26c5296-81c7-47c5-a477-1ded7491f0af" providerId="ADAL" clId="{7D346E6E-DA67-5F3C-8E98-240A1BF6F695}" dt="2025-11-09T20:56:43.957" v="1091" actId="404"/>
          <ac:spMkLst>
            <pc:docMk/>
            <pc:sldMk cId="1023083433" sldId="263"/>
            <ac:spMk id="2" creationId="{2EBEFBB2-27FB-DC4C-8165-992968E5DC67}"/>
          </ac:spMkLst>
        </pc:spChg>
        <pc:spChg chg="mod">
          <ac:chgData name="Erling Midtgard" userId="d26c5296-81c7-47c5-a477-1ded7491f0af" providerId="ADAL" clId="{7D346E6E-DA67-5F3C-8E98-240A1BF6F695}" dt="2025-11-09T20:58:20.164" v="1414" actId="20577"/>
          <ac:spMkLst>
            <pc:docMk/>
            <pc:sldMk cId="1023083433" sldId="263"/>
            <ac:spMk id="3" creationId="{4BAC467D-2F16-81A7-3BC1-B9FB43207016}"/>
          </ac:spMkLst>
        </pc:spChg>
      </pc:sldChg>
      <pc:sldChg chg="modSp new mod">
        <pc:chgData name="Erling Midtgard" userId="d26c5296-81c7-47c5-a477-1ded7491f0af" providerId="ADAL" clId="{7D346E6E-DA67-5F3C-8E98-240A1BF6F695}" dt="2025-11-09T21:15:00.220" v="1715" actId="404"/>
        <pc:sldMkLst>
          <pc:docMk/>
          <pc:sldMk cId="2049214530" sldId="264"/>
        </pc:sldMkLst>
        <pc:spChg chg="mod">
          <ac:chgData name="Erling Midtgard" userId="d26c5296-81c7-47c5-a477-1ded7491f0af" providerId="ADAL" clId="{7D346E6E-DA67-5F3C-8E98-240A1BF6F695}" dt="2025-11-09T21:15:00.220" v="1715" actId="404"/>
          <ac:spMkLst>
            <pc:docMk/>
            <pc:sldMk cId="2049214530" sldId="264"/>
            <ac:spMk id="2" creationId="{1B96A2EF-E502-26AB-19A4-33954345811A}"/>
          </ac:spMkLst>
        </pc:spChg>
        <pc:spChg chg="mod">
          <ac:chgData name="Erling Midtgard" userId="d26c5296-81c7-47c5-a477-1ded7491f0af" providerId="ADAL" clId="{7D346E6E-DA67-5F3C-8E98-240A1BF6F695}" dt="2025-11-09T21:13:41.321" v="1714" actId="404"/>
          <ac:spMkLst>
            <pc:docMk/>
            <pc:sldMk cId="2049214530" sldId="264"/>
            <ac:spMk id="3" creationId="{ED86E8C1-CC4A-FA93-36F9-041F6AA07247}"/>
          </ac:spMkLst>
        </pc:spChg>
      </pc:sldChg>
      <pc:sldChg chg="modSp new mod">
        <pc:chgData name="Erling Midtgard" userId="d26c5296-81c7-47c5-a477-1ded7491f0af" providerId="ADAL" clId="{7D346E6E-DA67-5F3C-8E98-240A1BF6F695}" dt="2025-11-09T21:15:09.745" v="1717" actId="404"/>
        <pc:sldMkLst>
          <pc:docMk/>
          <pc:sldMk cId="1275084617" sldId="265"/>
        </pc:sldMkLst>
        <pc:spChg chg="mod">
          <ac:chgData name="Erling Midtgard" userId="d26c5296-81c7-47c5-a477-1ded7491f0af" providerId="ADAL" clId="{7D346E6E-DA67-5F3C-8E98-240A1BF6F695}" dt="2025-11-09T21:15:09.745" v="1717" actId="404"/>
          <ac:spMkLst>
            <pc:docMk/>
            <pc:sldMk cId="1275084617" sldId="265"/>
            <ac:spMk id="2" creationId="{C51BC109-8F24-8314-EDD1-DE7A350AE4F0}"/>
          </ac:spMkLst>
        </pc:spChg>
        <pc:spChg chg="mod">
          <ac:chgData name="Erling Midtgard" userId="d26c5296-81c7-47c5-a477-1ded7491f0af" providerId="ADAL" clId="{7D346E6E-DA67-5F3C-8E98-240A1BF6F695}" dt="2025-11-09T21:13:25.546" v="1707" actId="20577"/>
          <ac:spMkLst>
            <pc:docMk/>
            <pc:sldMk cId="1275084617" sldId="265"/>
            <ac:spMk id="3" creationId="{3FFAE9F1-7E55-8632-3678-9FE4D66BC52B}"/>
          </ac:spMkLst>
        </pc:spChg>
      </pc:sldChg>
      <pc:sldChg chg="modSp new mod ord">
        <pc:chgData name="Erling Midtgard" userId="d26c5296-81c7-47c5-a477-1ded7491f0af" providerId="ADAL" clId="{7D346E6E-DA67-5F3C-8E98-240A1BF6F695}" dt="2025-11-09T21:23:11.992" v="2678" actId="20577"/>
        <pc:sldMkLst>
          <pc:docMk/>
          <pc:sldMk cId="2369291037" sldId="266"/>
        </pc:sldMkLst>
        <pc:spChg chg="mod">
          <ac:chgData name="Erling Midtgard" userId="d26c5296-81c7-47c5-a477-1ded7491f0af" providerId="ADAL" clId="{7D346E6E-DA67-5F3C-8E98-240A1BF6F695}" dt="2025-11-09T21:21:06.224" v="2366" actId="20577"/>
          <ac:spMkLst>
            <pc:docMk/>
            <pc:sldMk cId="2369291037" sldId="266"/>
            <ac:spMk id="2" creationId="{6F9CB27B-C442-528D-4F20-F5F00B30E940}"/>
          </ac:spMkLst>
        </pc:spChg>
        <pc:spChg chg="mod">
          <ac:chgData name="Erling Midtgard" userId="d26c5296-81c7-47c5-a477-1ded7491f0af" providerId="ADAL" clId="{7D346E6E-DA67-5F3C-8E98-240A1BF6F695}" dt="2025-11-09T21:23:11.992" v="2678" actId="20577"/>
          <ac:spMkLst>
            <pc:docMk/>
            <pc:sldMk cId="2369291037" sldId="266"/>
            <ac:spMk id="3" creationId="{59F4F355-064A-D734-CB6E-15077BDE76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16A0CB6-13E8-46D0-8A11-B77751376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3E428F31-E224-4B27-8D4B-B089A8169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FC719C6-8367-4567-AE89-2964395FC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A3447F0-B91E-4A4F-82A8-9C1AC79A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6FB2CE9-4413-4F14-8219-057074D4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853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79ED26F-9931-4F5B-87A7-3D6F3768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2FF6FB7-3EE9-4907-A68F-8A10130A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91EE501-7D13-4F63-B5FC-139D45DA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9D1F70B-8AE8-4E03-896E-EBA9575F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1B5CDF3-2701-4769-B61C-FF0DA7D4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3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5D58950-AEC6-4316-9A48-0C475701C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33B1CE78-6BE2-4D1A-8B18-E8B52E4AE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BAA5E05-A00A-4285-B2D5-9AA0D1B7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A95EE83-830F-443C-9DA7-D9B64654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C372E02-4DE8-4F35-9B5F-FFFFC54F1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6844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3041A45-D2B9-40BB-95D6-6991BDC5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13D0477-9C99-4E34-9FE6-96CD95E54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BE576F1-A3D6-4D92-9EB7-083AD5F03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FB032D65-51B1-47CF-9B3E-860D438A1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5829B26-5C8A-4930-8E58-0E546EC5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25E9AF5-E4F1-4580-8F77-4FE477C3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626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37FAED5-6996-44C2-812A-5C4ED587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F441559-1E71-4987-85A9-A897D8764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FB704DA-6C78-4C37-B449-4230A6F30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F419189-C505-4FB1-865A-20729E1AF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AE8CDB11-3B8B-4FF9-BAA1-F28A8F074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11136840-A422-4259-81B5-A6437521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B80F7BC-4C7C-4908-B57B-C6384559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B4AD48EF-D1F3-4A1F-956A-07CBCCE7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310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2BE0C13-5330-497A-ACC4-0B59A96C8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9BC86486-4D04-449B-B8FF-8829F232F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7BAB917-3A26-41EC-BAC5-51911718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FD88290-7FAA-4420-8209-34C10C47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438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BDE3D59C-C2AE-4638-A39E-9B7497FB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F0C9D1EB-79F7-4D1C-B675-AFB7E0CA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D2B87031-1CE6-43BC-AEE8-03F94271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239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DB43634-C765-4EFC-82E6-62176DAD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B0AEE8A-016C-4D4D-9106-B8F3311D4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4E30B89D-564D-4643-A371-DB2476ABF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0328C2A-9A6A-473F-AB32-A0541A13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AD77DD96-849A-473B-8F06-37AC266B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25AB257-2E24-4DFD-B84E-740A41FB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605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DDF1DD-2E4C-4D87-BC47-7A38E6B7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2926A8CF-597D-41ED-BF19-0DC5DE839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8C16660-32C6-4AF5-AF01-29749077B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598DFD75-4560-4FE2-BBF2-680707C9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E540B31-58A2-4CED-BB76-11DDD48A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DAD3C90-5996-4EFC-9B5F-4AA11DB5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11751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63A3576-AE19-4864-9516-EB925080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8D20FDBA-91C6-45BE-B2A8-385ABD12A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4B0831D-E892-4647-BB0B-8A1F9BC9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93FAFDEA-80E2-492D-AD9E-AD55A5E1A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6360D6-D3D3-46B9-AA37-F2A83C22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73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058F7CC2-17C1-426D-A33E-331341BC2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DF56CABE-DE7B-403A-B53F-9C0A4C11E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413B25C-12E7-4E97-AA5E-6C9819D2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AA2FBD8-E274-4695-8C61-805C027C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F6B2ACB-AC6A-4D63-9C88-3107D0AF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2641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9F946C5-C758-45A7-A517-3E108C928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05220BF-BFFC-4EF1-936B-C051E05A5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5D0F606-F62B-4CB6-90A2-E3D781997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041D1-7822-427B-97AA-82E017ADBCA1}" type="datetimeFigureOut">
              <a:rPr lang="nb-NO" smtClean="0"/>
              <a:t>09.11.2025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FA58F70-2B0F-4D3F-8A5D-013982BC8E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139BEB6-78A2-4145-A80D-2A15D950C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61EAE-8E7F-454B-8422-4467BB12059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1305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slo Sans Office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slo Sans Office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slo Sans Office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slo Sans Office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lo Sans Office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slo Sans Office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of.no/lusp/pil/forskning/prosjekter/ace-tl21/" TargetMode="External"/><Relationship Id="rId2" Type="http://schemas.openxmlformats.org/officeDocument/2006/relationships/hyperlink" Target="https://www.hiof.no/lusp/pil/forskning/prosjekter/ai4af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hrono.no/analyse-chatgpt-har-stor-positiv-effekt-pa-studentenes-resultater/971854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hrono.no/nei-denne-metaanalysen-viser-ikke-bedre-laering-med-chatgpt/976160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9CB27B-C442-528D-4F20-F5F00B30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Viktigste nyheter 2024-&gt; 2025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9F4F355-064A-D734-CB6E-15077BDE7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Teknologi:</a:t>
            </a:r>
          </a:p>
          <a:p>
            <a:pPr lvl="1"/>
            <a:r>
              <a:rPr lang="nb-NO" dirty="0"/>
              <a:t>De største kommersielle modellene har blitt «</a:t>
            </a:r>
            <a:r>
              <a:rPr lang="nb-NO" dirty="0" err="1"/>
              <a:t>agentiske</a:t>
            </a:r>
            <a:r>
              <a:rPr lang="nb-NO" dirty="0"/>
              <a:t>»</a:t>
            </a:r>
          </a:p>
          <a:p>
            <a:pPr lvl="2"/>
            <a:r>
              <a:rPr lang="nb-NO" dirty="0"/>
              <a:t>Søker på nettet og i </a:t>
            </a:r>
            <a:r>
              <a:rPr lang="nb-NO" dirty="0" err="1"/>
              <a:t>kunnskapsbaser</a:t>
            </a:r>
            <a:r>
              <a:rPr lang="nb-NO" dirty="0"/>
              <a:t> (RAG) – færre hallusinasjoner</a:t>
            </a:r>
          </a:p>
          <a:p>
            <a:pPr lvl="1"/>
            <a:r>
              <a:rPr lang="nb-NO" dirty="0"/>
              <a:t>Bildegenerering, videogenerering, tekst-til-tale, generering av musikk og </a:t>
            </a:r>
            <a:r>
              <a:rPr lang="nb-NO" dirty="0" err="1"/>
              <a:t>podcaster</a:t>
            </a:r>
            <a:r>
              <a:rPr lang="nb-NO" dirty="0"/>
              <a:t> har blitt MYE bedre. </a:t>
            </a:r>
          </a:p>
          <a:p>
            <a:pPr lvl="1"/>
            <a:r>
              <a:rPr lang="nb-NO" dirty="0"/>
              <a:t>Vi kommer etterhvert til å se gode multimodale modeller</a:t>
            </a:r>
          </a:p>
          <a:p>
            <a:r>
              <a:rPr lang="nb-NO" dirty="0"/>
              <a:t>Skole og utdanning</a:t>
            </a:r>
          </a:p>
          <a:p>
            <a:pPr lvl="1"/>
            <a:r>
              <a:rPr lang="nb-NO" dirty="0"/>
              <a:t>Flere og mer systematiske forskningsprosjekter om bruk av KI</a:t>
            </a:r>
          </a:p>
          <a:p>
            <a:pPr lvl="2"/>
            <a:r>
              <a:rPr lang="nb-NO" dirty="0"/>
              <a:t>Norge: LAT-</a:t>
            </a:r>
            <a:r>
              <a:rPr lang="nb-NO" dirty="0" err="1"/>
              <a:t>prosjeket</a:t>
            </a:r>
            <a:endParaRPr lang="nb-NO" dirty="0"/>
          </a:p>
          <a:p>
            <a:pPr lvl="1"/>
            <a:r>
              <a:rPr lang="nb-NO" dirty="0"/>
              <a:t>Flere publiserte resultater </a:t>
            </a:r>
          </a:p>
          <a:p>
            <a:pPr lvl="1"/>
            <a:r>
              <a:rPr lang="nb-NO" dirty="0"/>
              <a:t>De første store </a:t>
            </a:r>
            <a:r>
              <a:rPr lang="nb-NO" dirty="0" err="1"/>
              <a:t>metaanlaysene</a:t>
            </a:r>
            <a:r>
              <a:rPr lang="nb-NO" dirty="0"/>
              <a:t> (av varierende kvalitet)</a:t>
            </a:r>
          </a:p>
          <a:p>
            <a:pPr lvl="1"/>
            <a:endParaRPr lang="nb-NO" dirty="0"/>
          </a:p>
          <a:p>
            <a:pPr lvl="1"/>
            <a:endParaRPr lang="nb-NO" dirty="0"/>
          </a:p>
          <a:p>
            <a:pPr lvl="1"/>
            <a:endParaRPr lang="nb-NO" dirty="0"/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6929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E5483F-FDAF-04FC-5A5D-2CDEF99B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KI – siste nytt – faglig-pedagogisk dag – UiO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DE0BD1E-0C8A-64AE-13D5-C9130BBF3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LAT-prosjektet (bruk av </a:t>
            </a:r>
            <a:r>
              <a:rPr lang="nb-NO" dirty="0" err="1"/>
              <a:t>prateroboter</a:t>
            </a:r>
            <a:r>
              <a:rPr lang="nb-NO" dirty="0"/>
              <a:t> i grunnskolen i Asker): </a:t>
            </a:r>
          </a:p>
          <a:p>
            <a:pPr lvl="1"/>
            <a:r>
              <a:rPr lang="nb-NO" dirty="0"/>
              <a:t>2 9.klasser ble fulgt i flere uker – samfunnsfag og naturfag</a:t>
            </a:r>
          </a:p>
          <a:p>
            <a:r>
              <a:rPr lang="nb-NO" dirty="0"/>
              <a:t>Bruk av forhåndsinstruerte </a:t>
            </a:r>
            <a:r>
              <a:rPr lang="nb-NO" dirty="0" err="1"/>
              <a:t>praterobotoer</a:t>
            </a:r>
            <a:r>
              <a:rPr lang="nb-NO" dirty="0"/>
              <a:t>. </a:t>
            </a:r>
          </a:p>
          <a:p>
            <a:pPr lvl="1"/>
            <a:r>
              <a:rPr lang="nb-NO" dirty="0"/>
              <a:t>Intervjuer med lærere og elever</a:t>
            </a:r>
          </a:p>
          <a:p>
            <a:pPr lvl="1"/>
            <a:r>
              <a:rPr lang="nb-NO" dirty="0"/>
              <a:t>Skjermopptak av elevenes interaksjon med </a:t>
            </a:r>
            <a:r>
              <a:rPr lang="nb-NO" dirty="0" err="1"/>
              <a:t>prateroboter</a:t>
            </a:r>
            <a:endParaRPr lang="nb-NO" dirty="0"/>
          </a:p>
          <a:p>
            <a:r>
              <a:rPr lang="nb-NO" dirty="0"/>
              <a:t>Tre råd: </a:t>
            </a:r>
          </a:p>
          <a:p>
            <a:pPr lvl="1"/>
            <a:r>
              <a:rPr lang="nb-NO" dirty="0"/>
              <a:t>Elever bør jobbe i par når de bruker </a:t>
            </a:r>
            <a:r>
              <a:rPr lang="nb-NO" dirty="0" err="1"/>
              <a:t>prateroboter</a:t>
            </a:r>
            <a:endParaRPr lang="nb-NO" dirty="0"/>
          </a:p>
          <a:p>
            <a:pPr lvl="1"/>
            <a:r>
              <a:rPr lang="nb-NO" dirty="0"/>
              <a:t>Lærer bør vise hele interaksjonen «live» på </a:t>
            </a:r>
            <a:r>
              <a:rPr lang="nb-NO" dirty="0" err="1"/>
              <a:t>projekter</a:t>
            </a:r>
            <a:r>
              <a:rPr lang="nb-NO" dirty="0"/>
              <a:t> (ikke like stort utbytte av å vise et «statisk» eksempel)</a:t>
            </a:r>
          </a:p>
          <a:p>
            <a:pPr lvl="1"/>
            <a:r>
              <a:rPr lang="nb-NO" dirty="0"/>
              <a:t>Bør ha en klar idé om </a:t>
            </a:r>
            <a:r>
              <a:rPr lang="nb-NO" u="sng" dirty="0"/>
              <a:t>når</a:t>
            </a:r>
            <a:r>
              <a:rPr lang="nb-NO" dirty="0"/>
              <a:t> og </a:t>
            </a:r>
            <a:r>
              <a:rPr lang="nb-NO" u="sng" dirty="0"/>
              <a:t>hva </a:t>
            </a:r>
            <a:r>
              <a:rPr lang="nb-NO" dirty="0" err="1"/>
              <a:t>prateroboter</a:t>
            </a:r>
            <a:r>
              <a:rPr lang="nb-NO" dirty="0"/>
              <a:t> skal brukes til i undervisningen</a:t>
            </a:r>
          </a:p>
        </p:txBody>
      </p:sp>
    </p:spTree>
    <p:extLst>
      <p:ext uri="{BB962C8B-B14F-4D97-AF65-F5344CB8AC3E}">
        <p14:creationId xmlns:p14="http://schemas.microsoft.com/office/powerpoint/2010/main" val="271158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7BAE635-CC2E-9B55-238A-C0142A30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Bør skille mellom undervisning.. 	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4D40AC4-B03B-224C-D318-955C90EB7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Om KI</a:t>
            </a:r>
          </a:p>
          <a:p>
            <a:r>
              <a:rPr lang="nb-NO" dirty="0"/>
              <a:t>I KI</a:t>
            </a:r>
          </a:p>
          <a:p>
            <a:r>
              <a:rPr lang="nb-NO" dirty="0"/>
              <a:t>Med KI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3116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kebent trekant 3">
            <a:extLst>
              <a:ext uri="{FF2B5EF4-FFF2-40B4-BE49-F238E27FC236}">
                <a16:creationId xmlns:a16="http://schemas.microsoft.com/office/drawing/2014/main" id="{DF783A59-E3E8-557D-53DC-BA4D386C61A7}"/>
              </a:ext>
            </a:extLst>
          </p:cNvPr>
          <p:cNvSpPr/>
          <p:nvPr/>
        </p:nvSpPr>
        <p:spPr>
          <a:xfrm>
            <a:off x="352673" y="1049534"/>
            <a:ext cx="3754582" cy="3846023"/>
          </a:xfrm>
          <a:prstGeom prst="triangle">
            <a:avLst>
              <a:gd name="adj" fmla="val 5112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Likebent trekant 4">
            <a:extLst>
              <a:ext uri="{FF2B5EF4-FFF2-40B4-BE49-F238E27FC236}">
                <a16:creationId xmlns:a16="http://schemas.microsoft.com/office/drawing/2014/main" id="{A2ADC0C3-3567-4451-29E1-911EDBDCA5AB}"/>
              </a:ext>
            </a:extLst>
          </p:cNvPr>
          <p:cNvSpPr/>
          <p:nvPr/>
        </p:nvSpPr>
        <p:spPr>
          <a:xfrm>
            <a:off x="4107255" y="1049534"/>
            <a:ext cx="3754582" cy="3846023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Likebent trekant 5">
            <a:extLst>
              <a:ext uri="{FF2B5EF4-FFF2-40B4-BE49-F238E27FC236}">
                <a16:creationId xmlns:a16="http://schemas.microsoft.com/office/drawing/2014/main" id="{AFD07F1E-1440-011E-0F71-85BD3C09A6ED}"/>
              </a:ext>
            </a:extLst>
          </p:cNvPr>
          <p:cNvSpPr/>
          <p:nvPr/>
        </p:nvSpPr>
        <p:spPr>
          <a:xfrm>
            <a:off x="7861837" y="1049534"/>
            <a:ext cx="3754582" cy="3846023"/>
          </a:xfrm>
          <a:prstGeom prst="triangle">
            <a:avLst>
              <a:gd name="adj" fmla="val 4920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F4D7EBA3-1C76-E7AC-3A40-255C52AB22E4}"/>
              </a:ext>
            </a:extLst>
          </p:cNvPr>
          <p:cNvSpPr/>
          <p:nvPr/>
        </p:nvSpPr>
        <p:spPr>
          <a:xfrm>
            <a:off x="352673" y="4895557"/>
            <a:ext cx="7509164" cy="1139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7B99FA96-8D6A-439E-407B-C55F820F6276}"/>
              </a:ext>
            </a:extLst>
          </p:cNvPr>
          <p:cNvSpPr/>
          <p:nvPr/>
        </p:nvSpPr>
        <p:spPr>
          <a:xfrm>
            <a:off x="7861837" y="4894957"/>
            <a:ext cx="3754582" cy="1139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F955BC56-80E8-5EBF-E614-6889368640C8}"/>
              </a:ext>
            </a:extLst>
          </p:cNvPr>
          <p:cNvSpPr txBox="1"/>
          <p:nvPr/>
        </p:nvSpPr>
        <p:spPr>
          <a:xfrm>
            <a:off x="8185258" y="5153419"/>
            <a:ext cx="310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Bærende idé: Domenespesifikt innhold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BD00A277-F4FA-A135-F404-4BAB37008B3C}"/>
              </a:ext>
            </a:extLst>
          </p:cNvPr>
          <p:cNvSpPr txBox="1"/>
          <p:nvPr/>
        </p:nvSpPr>
        <p:spPr>
          <a:xfrm>
            <a:off x="1789608" y="2117561"/>
            <a:ext cx="971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OM KI</a:t>
            </a: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551D975A-368C-E9FC-703D-6AE097BBF03B}"/>
              </a:ext>
            </a:extLst>
          </p:cNvPr>
          <p:cNvSpPr txBox="1"/>
          <p:nvPr/>
        </p:nvSpPr>
        <p:spPr>
          <a:xfrm>
            <a:off x="5678622" y="2032972"/>
            <a:ext cx="664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I KI</a:t>
            </a: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A93DEECE-0AF5-9E38-41E2-5A11F2AA2EAD}"/>
              </a:ext>
            </a:extLst>
          </p:cNvPr>
          <p:cNvSpPr txBox="1"/>
          <p:nvPr/>
        </p:nvSpPr>
        <p:spPr>
          <a:xfrm>
            <a:off x="9332885" y="2057128"/>
            <a:ext cx="105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MED KI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79CCD041-1330-0B11-7C4E-76D5738B8517}"/>
              </a:ext>
            </a:extLst>
          </p:cNvPr>
          <p:cNvSpPr txBox="1"/>
          <p:nvPr/>
        </p:nvSpPr>
        <p:spPr>
          <a:xfrm>
            <a:off x="1905919" y="531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Bærende idé: Domenespesifikt innhold</a:t>
            </a: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4D59778E-FFA4-8E21-0EAB-74A3A6D3D078}"/>
              </a:ext>
            </a:extLst>
          </p:cNvPr>
          <p:cNvSpPr txBox="1"/>
          <p:nvPr/>
        </p:nvSpPr>
        <p:spPr>
          <a:xfrm>
            <a:off x="1133856" y="6473952"/>
            <a:ext cx="6436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i="1" dirty="0"/>
              <a:t>Fra -  faglig-</a:t>
            </a:r>
            <a:r>
              <a:rPr lang="nb-NO" i="1" dirty="0" err="1"/>
              <a:t>pedagagogisk</a:t>
            </a:r>
            <a:r>
              <a:rPr lang="nb-NO" i="1" dirty="0"/>
              <a:t> dag – UiO 23.10.25– </a:t>
            </a:r>
            <a:r>
              <a:rPr lang="nb-NO" i="1" dirty="0" err="1"/>
              <a:t>Tjønn</a:t>
            </a:r>
            <a:r>
              <a:rPr lang="nb-NO" i="1" dirty="0"/>
              <a:t> og Ludvigsen</a:t>
            </a:r>
          </a:p>
        </p:txBody>
      </p:sp>
    </p:spTree>
    <p:extLst>
      <p:ext uri="{BB962C8B-B14F-4D97-AF65-F5344CB8AC3E}">
        <p14:creationId xmlns:p14="http://schemas.microsoft.com/office/powerpoint/2010/main" val="1099715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70F95-6D75-4C23-02C9-B6CF72F13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kebent trekant 3">
            <a:extLst>
              <a:ext uri="{FF2B5EF4-FFF2-40B4-BE49-F238E27FC236}">
                <a16:creationId xmlns:a16="http://schemas.microsoft.com/office/drawing/2014/main" id="{738730FE-07A7-1AB7-052D-FC65462074BA}"/>
              </a:ext>
            </a:extLst>
          </p:cNvPr>
          <p:cNvSpPr/>
          <p:nvPr/>
        </p:nvSpPr>
        <p:spPr>
          <a:xfrm>
            <a:off x="352673" y="1049534"/>
            <a:ext cx="3754582" cy="3846023"/>
          </a:xfrm>
          <a:prstGeom prst="triangle">
            <a:avLst>
              <a:gd name="adj" fmla="val 5112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Likebent trekant 4">
            <a:extLst>
              <a:ext uri="{FF2B5EF4-FFF2-40B4-BE49-F238E27FC236}">
                <a16:creationId xmlns:a16="http://schemas.microsoft.com/office/drawing/2014/main" id="{0DAEEE13-DA4D-57CA-EB26-2533BB7EBCEA}"/>
              </a:ext>
            </a:extLst>
          </p:cNvPr>
          <p:cNvSpPr/>
          <p:nvPr/>
        </p:nvSpPr>
        <p:spPr>
          <a:xfrm>
            <a:off x="4107255" y="1049534"/>
            <a:ext cx="3754582" cy="3846023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Likebent trekant 5">
            <a:extLst>
              <a:ext uri="{FF2B5EF4-FFF2-40B4-BE49-F238E27FC236}">
                <a16:creationId xmlns:a16="http://schemas.microsoft.com/office/drawing/2014/main" id="{BED82858-729F-1977-8A79-77568A664B04}"/>
              </a:ext>
            </a:extLst>
          </p:cNvPr>
          <p:cNvSpPr/>
          <p:nvPr/>
        </p:nvSpPr>
        <p:spPr>
          <a:xfrm>
            <a:off x="7861837" y="1049534"/>
            <a:ext cx="3754582" cy="3846023"/>
          </a:xfrm>
          <a:prstGeom prst="triangle">
            <a:avLst>
              <a:gd name="adj" fmla="val 4920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17C41ED4-B1B4-1C4C-D8B3-B943C3E21730}"/>
              </a:ext>
            </a:extLst>
          </p:cNvPr>
          <p:cNvSpPr txBox="1"/>
          <p:nvPr/>
        </p:nvSpPr>
        <p:spPr>
          <a:xfrm>
            <a:off x="1178310" y="3087349"/>
            <a:ext cx="24484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Om teknologien: prinsipper, oppbygning</a:t>
            </a:r>
          </a:p>
          <a:p>
            <a:r>
              <a:rPr lang="nb-NO" dirty="0"/>
              <a:t>Input/output</a:t>
            </a:r>
          </a:p>
          <a:p>
            <a:r>
              <a:rPr lang="nb-NO" dirty="0"/>
              <a:t>Øving av elevers kunnskaper om GKI</a:t>
            </a:r>
          </a:p>
          <a:p>
            <a:endParaRPr lang="nb-NO" dirty="0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659105B7-D67A-CBA3-CC92-004D25086C12}"/>
              </a:ext>
            </a:extLst>
          </p:cNvPr>
          <p:cNvSpPr txBox="1"/>
          <p:nvPr/>
        </p:nvSpPr>
        <p:spPr>
          <a:xfrm>
            <a:off x="5147028" y="2614262"/>
            <a:ext cx="20953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Praktisk øvelse: </a:t>
            </a:r>
            <a:r>
              <a:rPr lang="nb-NO" dirty="0" err="1"/>
              <a:t>prompting</a:t>
            </a:r>
            <a:r>
              <a:rPr lang="nb-NO" dirty="0"/>
              <a:t> med </a:t>
            </a:r>
            <a:r>
              <a:rPr lang="nb-NO" dirty="0" err="1"/>
              <a:t>prateroboter</a:t>
            </a:r>
            <a:r>
              <a:rPr lang="nb-NO" dirty="0"/>
              <a:t>, instruksjoner etc.</a:t>
            </a:r>
          </a:p>
          <a:p>
            <a:endParaRPr lang="nb-NO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9AB4408-6EE7-82DD-8141-206BE19654BA}"/>
              </a:ext>
            </a:extLst>
          </p:cNvPr>
          <p:cNvSpPr txBox="1"/>
          <p:nvPr/>
        </p:nvSpPr>
        <p:spPr>
          <a:xfrm>
            <a:off x="8920055" y="2684322"/>
            <a:ext cx="1565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Domenespesifikk interaksjon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E718F143-D4DB-6ECF-CA8A-2C8CEE003DE8}"/>
              </a:ext>
            </a:extLst>
          </p:cNvPr>
          <p:cNvSpPr/>
          <p:nvPr/>
        </p:nvSpPr>
        <p:spPr>
          <a:xfrm>
            <a:off x="352673" y="4895557"/>
            <a:ext cx="7509164" cy="1139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C80B3D96-85A5-2D00-C749-CD48A88BFB3A}"/>
              </a:ext>
            </a:extLst>
          </p:cNvPr>
          <p:cNvSpPr/>
          <p:nvPr/>
        </p:nvSpPr>
        <p:spPr>
          <a:xfrm>
            <a:off x="7861837" y="4894957"/>
            <a:ext cx="3754582" cy="1139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D30F770D-9BBA-FEB5-1B3D-A6DBA2DE890D}"/>
              </a:ext>
            </a:extLst>
          </p:cNvPr>
          <p:cNvSpPr txBox="1"/>
          <p:nvPr/>
        </p:nvSpPr>
        <p:spPr>
          <a:xfrm>
            <a:off x="8185258" y="5153419"/>
            <a:ext cx="310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Bærende idé: Domenespesifikt innhold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0648CC65-2205-9650-BB72-C8F5E5558BDA}"/>
              </a:ext>
            </a:extLst>
          </p:cNvPr>
          <p:cNvSpPr txBox="1"/>
          <p:nvPr/>
        </p:nvSpPr>
        <p:spPr>
          <a:xfrm>
            <a:off x="1789608" y="2117561"/>
            <a:ext cx="971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OM KI</a:t>
            </a: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93379467-A5DF-8D22-C79D-4038A832FC28}"/>
              </a:ext>
            </a:extLst>
          </p:cNvPr>
          <p:cNvSpPr txBox="1"/>
          <p:nvPr/>
        </p:nvSpPr>
        <p:spPr>
          <a:xfrm>
            <a:off x="5678622" y="2032972"/>
            <a:ext cx="664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I KI</a:t>
            </a:r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AC54587A-7D45-EA2F-BE50-65E3E185FEED}"/>
              </a:ext>
            </a:extLst>
          </p:cNvPr>
          <p:cNvSpPr txBox="1"/>
          <p:nvPr/>
        </p:nvSpPr>
        <p:spPr>
          <a:xfrm>
            <a:off x="4620767" y="3964512"/>
            <a:ext cx="2907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Øving av domenegenerelle ferdigheter: kritisk tenkning, interaksjon med KI</a:t>
            </a: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907517AD-AA25-BFB0-7840-7471FD8AEF54}"/>
              </a:ext>
            </a:extLst>
          </p:cNvPr>
          <p:cNvSpPr txBox="1"/>
          <p:nvPr/>
        </p:nvSpPr>
        <p:spPr>
          <a:xfrm>
            <a:off x="9332885" y="2057128"/>
            <a:ext cx="105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MED KI</a:t>
            </a:r>
          </a:p>
        </p:txBody>
      </p: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9F71F3FB-5855-EF10-DAE9-23FC7E4ADA59}"/>
              </a:ext>
            </a:extLst>
          </p:cNvPr>
          <p:cNvSpPr txBox="1"/>
          <p:nvPr/>
        </p:nvSpPr>
        <p:spPr>
          <a:xfrm>
            <a:off x="8491613" y="3602875"/>
            <a:ext cx="2639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Én av flere ressurser i et gitt undervisningsforløp</a:t>
            </a: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834057FA-7F4E-5168-82C3-C8FF92A6D47F}"/>
              </a:ext>
            </a:extLst>
          </p:cNvPr>
          <p:cNvSpPr txBox="1"/>
          <p:nvPr/>
        </p:nvSpPr>
        <p:spPr>
          <a:xfrm>
            <a:off x="8481329" y="4498278"/>
            <a:ext cx="2649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Kritisk tenkning i domenet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6666B0B6-BC54-C952-0A7A-261065B5787D}"/>
              </a:ext>
            </a:extLst>
          </p:cNvPr>
          <p:cNvSpPr txBox="1"/>
          <p:nvPr/>
        </p:nvSpPr>
        <p:spPr>
          <a:xfrm>
            <a:off x="1905919" y="531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Bærende idé: Domenespesifikt innhold</a:t>
            </a: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5C7740CF-8ACA-5E30-D681-5905A15AAF43}"/>
              </a:ext>
            </a:extLst>
          </p:cNvPr>
          <p:cNvSpPr txBox="1"/>
          <p:nvPr/>
        </p:nvSpPr>
        <p:spPr>
          <a:xfrm>
            <a:off x="1133856" y="6473952"/>
            <a:ext cx="6436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i="1" dirty="0"/>
              <a:t>Fra -  faglig-</a:t>
            </a:r>
            <a:r>
              <a:rPr lang="nb-NO" i="1" dirty="0" err="1"/>
              <a:t>pedagagogisk</a:t>
            </a:r>
            <a:r>
              <a:rPr lang="nb-NO" i="1" dirty="0"/>
              <a:t> dag – UiO 23.10.25– </a:t>
            </a:r>
            <a:r>
              <a:rPr lang="nb-NO" i="1" dirty="0" err="1"/>
              <a:t>Tjønn</a:t>
            </a:r>
            <a:r>
              <a:rPr lang="nb-NO" i="1" dirty="0"/>
              <a:t> og Ludvigsen</a:t>
            </a:r>
          </a:p>
        </p:txBody>
      </p:sp>
    </p:spTree>
    <p:extLst>
      <p:ext uri="{BB962C8B-B14F-4D97-AF65-F5344CB8AC3E}">
        <p14:creationId xmlns:p14="http://schemas.microsoft.com/office/powerpoint/2010/main" val="3009149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65FDD-6F03-23C5-DB11-8FA637BF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kebent trekant 3">
            <a:extLst>
              <a:ext uri="{FF2B5EF4-FFF2-40B4-BE49-F238E27FC236}">
                <a16:creationId xmlns:a16="http://schemas.microsoft.com/office/drawing/2014/main" id="{BBB1B0B6-9279-5029-CFDB-4C9303A75627}"/>
              </a:ext>
            </a:extLst>
          </p:cNvPr>
          <p:cNvSpPr/>
          <p:nvPr/>
        </p:nvSpPr>
        <p:spPr>
          <a:xfrm>
            <a:off x="352673" y="1049534"/>
            <a:ext cx="3754582" cy="3846023"/>
          </a:xfrm>
          <a:prstGeom prst="triangle">
            <a:avLst>
              <a:gd name="adj" fmla="val 5112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5" name="Likebent trekant 4">
            <a:extLst>
              <a:ext uri="{FF2B5EF4-FFF2-40B4-BE49-F238E27FC236}">
                <a16:creationId xmlns:a16="http://schemas.microsoft.com/office/drawing/2014/main" id="{28CFFEE5-A85C-7ED4-4497-C645D79FBD9D}"/>
              </a:ext>
            </a:extLst>
          </p:cNvPr>
          <p:cNvSpPr/>
          <p:nvPr/>
        </p:nvSpPr>
        <p:spPr>
          <a:xfrm>
            <a:off x="4107255" y="1049534"/>
            <a:ext cx="3754582" cy="3846023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Likebent trekant 5">
            <a:extLst>
              <a:ext uri="{FF2B5EF4-FFF2-40B4-BE49-F238E27FC236}">
                <a16:creationId xmlns:a16="http://schemas.microsoft.com/office/drawing/2014/main" id="{E29CB324-63E3-506A-B3A4-84E4AE7084F0}"/>
              </a:ext>
            </a:extLst>
          </p:cNvPr>
          <p:cNvSpPr/>
          <p:nvPr/>
        </p:nvSpPr>
        <p:spPr>
          <a:xfrm>
            <a:off x="7861837" y="1049534"/>
            <a:ext cx="3754582" cy="3846023"/>
          </a:xfrm>
          <a:prstGeom prst="triangle">
            <a:avLst>
              <a:gd name="adj" fmla="val 4920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8C0BC663-AFDC-D68F-19AB-9C57C33DB519}"/>
              </a:ext>
            </a:extLst>
          </p:cNvPr>
          <p:cNvSpPr txBox="1"/>
          <p:nvPr/>
        </p:nvSpPr>
        <p:spPr>
          <a:xfrm>
            <a:off x="1178310" y="3087349"/>
            <a:ext cx="24484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Om teknologien: prinsipper, oppbygning</a:t>
            </a:r>
          </a:p>
          <a:p>
            <a:r>
              <a:rPr lang="nb-NO" dirty="0"/>
              <a:t>Input/output</a:t>
            </a:r>
          </a:p>
          <a:p>
            <a:r>
              <a:rPr lang="nb-NO" dirty="0"/>
              <a:t>Øving av elevers kunnskaper om GKI</a:t>
            </a:r>
          </a:p>
          <a:p>
            <a:endParaRPr lang="nb-NO" dirty="0"/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8320CD6C-9255-E948-BE52-604156BA9AC6}"/>
              </a:ext>
            </a:extLst>
          </p:cNvPr>
          <p:cNvSpPr txBox="1"/>
          <p:nvPr/>
        </p:nvSpPr>
        <p:spPr>
          <a:xfrm>
            <a:off x="5147028" y="2614262"/>
            <a:ext cx="20953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Praktisk øvelse: </a:t>
            </a:r>
            <a:r>
              <a:rPr lang="nb-NO" dirty="0" err="1"/>
              <a:t>prompting</a:t>
            </a:r>
            <a:r>
              <a:rPr lang="nb-NO" dirty="0"/>
              <a:t> med </a:t>
            </a:r>
            <a:r>
              <a:rPr lang="nb-NO" dirty="0" err="1"/>
              <a:t>prateroboter</a:t>
            </a:r>
            <a:r>
              <a:rPr lang="nb-NO" dirty="0"/>
              <a:t>, instruksjoner etc.</a:t>
            </a:r>
          </a:p>
          <a:p>
            <a:endParaRPr lang="nb-NO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6F26942-41B6-D881-0A2B-D2638B1AEA34}"/>
              </a:ext>
            </a:extLst>
          </p:cNvPr>
          <p:cNvSpPr txBox="1"/>
          <p:nvPr/>
        </p:nvSpPr>
        <p:spPr>
          <a:xfrm>
            <a:off x="8920055" y="2684322"/>
            <a:ext cx="1565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Domenespesifikk interaksjon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2B76B78E-205F-2AF2-3331-E06786CF318C}"/>
              </a:ext>
            </a:extLst>
          </p:cNvPr>
          <p:cNvSpPr txBox="1"/>
          <p:nvPr/>
        </p:nvSpPr>
        <p:spPr>
          <a:xfrm>
            <a:off x="3609114" y="2506426"/>
            <a:ext cx="14212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Aktivitet – Interaksjon med prate-</a:t>
            </a:r>
          </a:p>
          <a:p>
            <a:r>
              <a:rPr lang="nb-NO" dirty="0" err="1"/>
              <a:t>roboter</a:t>
            </a:r>
            <a:endParaRPr lang="nb-NO" dirty="0"/>
          </a:p>
          <a:p>
            <a:endParaRPr lang="nb-NO" dirty="0"/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A0296D8D-1DEC-C044-D544-C87666D06C90}"/>
              </a:ext>
            </a:extLst>
          </p:cNvPr>
          <p:cNvSpPr txBox="1"/>
          <p:nvPr/>
        </p:nvSpPr>
        <p:spPr>
          <a:xfrm>
            <a:off x="7132245" y="2287130"/>
            <a:ext cx="17393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 dirty="0"/>
              <a:t>Aktivitet – Øving av domenegenerelle og fagspesifikke ferdigheter</a:t>
            </a:r>
          </a:p>
          <a:p>
            <a:endParaRPr lang="nb-NO" dirty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4332CA8D-6B9B-07A3-7C03-F4D5DE30BA3C}"/>
              </a:ext>
            </a:extLst>
          </p:cNvPr>
          <p:cNvSpPr/>
          <p:nvPr/>
        </p:nvSpPr>
        <p:spPr>
          <a:xfrm>
            <a:off x="352673" y="4895557"/>
            <a:ext cx="7509164" cy="1139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9F82A80F-9251-4B0C-3560-1D44080D47B5}"/>
              </a:ext>
            </a:extLst>
          </p:cNvPr>
          <p:cNvSpPr/>
          <p:nvPr/>
        </p:nvSpPr>
        <p:spPr>
          <a:xfrm>
            <a:off x="7861837" y="4894957"/>
            <a:ext cx="3754582" cy="11394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2DF1D8B3-0CFC-6123-49FB-0D69A1F8DCF2}"/>
              </a:ext>
            </a:extLst>
          </p:cNvPr>
          <p:cNvSpPr txBox="1"/>
          <p:nvPr/>
        </p:nvSpPr>
        <p:spPr>
          <a:xfrm>
            <a:off x="8185258" y="5153419"/>
            <a:ext cx="3107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Bærende idé: Domenespesifikt innhold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0444602E-8CFF-0062-49F1-F86B12154DE0}"/>
              </a:ext>
            </a:extLst>
          </p:cNvPr>
          <p:cNvSpPr txBox="1"/>
          <p:nvPr/>
        </p:nvSpPr>
        <p:spPr>
          <a:xfrm>
            <a:off x="1789608" y="2117561"/>
            <a:ext cx="971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OM KI</a:t>
            </a: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0777423-643F-C510-3BCD-12C84681EB82}"/>
              </a:ext>
            </a:extLst>
          </p:cNvPr>
          <p:cNvSpPr txBox="1"/>
          <p:nvPr/>
        </p:nvSpPr>
        <p:spPr>
          <a:xfrm>
            <a:off x="5678622" y="2032972"/>
            <a:ext cx="664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I KI</a:t>
            </a:r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759E6C85-945E-C12A-E2D9-D0F167F55999}"/>
              </a:ext>
            </a:extLst>
          </p:cNvPr>
          <p:cNvSpPr txBox="1"/>
          <p:nvPr/>
        </p:nvSpPr>
        <p:spPr>
          <a:xfrm>
            <a:off x="4620767" y="3964512"/>
            <a:ext cx="2907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Øving av domenegenerelle ferdigheter: kritisk tenkning, interaksjon med KI</a:t>
            </a: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212CB0BA-2A1F-6090-E6E2-B8CDC290C2C0}"/>
              </a:ext>
            </a:extLst>
          </p:cNvPr>
          <p:cNvSpPr txBox="1"/>
          <p:nvPr/>
        </p:nvSpPr>
        <p:spPr>
          <a:xfrm>
            <a:off x="9332885" y="2057128"/>
            <a:ext cx="1057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b="1" dirty="0"/>
              <a:t>MED KI</a:t>
            </a:r>
          </a:p>
        </p:txBody>
      </p: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2E659D24-C4D1-C739-5F58-2BFA27EA5513}"/>
              </a:ext>
            </a:extLst>
          </p:cNvPr>
          <p:cNvSpPr txBox="1"/>
          <p:nvPr/>
        </p:nvSpPr>
        <p:spPr>
          <a:xfrm>
            <a:off x="8491613" y="3602875"/>
            <a:ext cx="26390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Én av flere ressurser i et gitt undervisningsforløp</a:t>
            </a:r>
          </a:p>
        </p:txBody>
      </p:sp>
      <p:sp>
        <p:nvSpPr>
          <p:cNvPr id="26" name="TekstSylinder 25">
            <a:extLst>
              <a:ext uri="{FF2B5EF4-FFF2-40B4-BE49-F238E27FC236}">
                <a16:creationId xmlns:a16="http://schemas.microsoft.com/office/drawing/2014/main" id="{93350620-6E55-0870-C390-0C93A5CD5A19}"/>
              </a:ext>
            </a:extLst>
          </p:cNvPr>
          <p:cNvSpPr txBox="1"/>
          <p:nvPr/>
        </p:nvSpPr>
        <p:spPr>
          <a:xfrm>
            <a:off x="8481329" y="4498278"/>
            <a:ext cx="2649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Kritisk tenkning i domenet</a:t>
            </a: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CC00916D-B4FC-B26A-1473-B6D4DBC38F9B}"/>
              </a:ext>
            </a:extLst>
          </p:cNvPr>
          <p:cNvSpPr txBox="1"/>
          <p:nvPr/>
        </p:nvSpPr>
        <p:spPr>
          <a:xfrm>
            <a:off x="1905919" y="53172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Bærende idé: Domenespesifikt innhold</a:t>
            </a: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8C9C30C6-08B7-3D9E-B075-B83D5089FDA7}"/>
              </a:ext>
            </a:extLst>
          </p:cNvPr>
          <p:cNvSpPr txBox="1"/>
          <p:nvPr/>
        </p:nvSpPr>
        <p:spPr>
          <a:xfrm>
            <a:off x="1133856" y="6473952"/>
            <a:ext cx="6436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i="1" dirty="0"/>
              <a:t>Fra -  faglig-</a:t>
            </a:r>
            <a:r>
              <a:rPr lang="nb-NO" i="1" dirty="0" err="1"/>
              <a:t>pedagagogisk</a:t>
            </a:r>
            <a:r>
              <a:rPr lang="nb-NO" i="1" dirty="0"/>
              <a:t> dag – UiO 23.10.25– </a:t>
            </a:r>
            <a:r>
              <a:rPr lang="nb-NO" i="1" dirty="0" err="1"/>
              <a:t>Tjønn</a:t>
            </a:r>
            <a:r>
              <a:rPr lang="nb-NO" i="1" dirty="0"/>
              <a:t> og Ludvigsen</a:t>
            </a:r>
          </a:p>
        </p:txBody>
      </p:sp>
    </p:spTree>
    <p:extLst>
      <p:ext uri="{BB962C8B-B14F-4D97-AF65-F5344CB8AC3E}">
        <p14:creationId xmlns:p14="http://schemas.microsoft.com/office/powerpoint/2010/main" val="348130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F1BBC19-AEE7-2CF1-5627-45255CB1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Eyvind Elstad – viktigste funn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DF4664D-77FD-0FB7-CBF1-D04F9B2BF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dirty="0"/>
              <a:t>KI har blitt bedre til å sette karakter. Pålitelig 90% av tiden, men ikke godt nok enda. </a:t>
            </a:r>
          </a:p>
          <a:p>
            <a:pPr lvl="1"/>
            <a:r>
              <a:rPr lang="nb-NO" dirty="0"/>
              <a:t>God til å rangere, men karakterer klumper seg fortsatt på midten. </a:t>
            </a:r>
          </a:p>
          <a:p>
            <a:pPr marL="457200" lvl="1" indent="0">
              <a:buNone/>
            </a:pPr>
            <a:endParaRPr lang="nb-NO" dirty="0"/>
          </a:p>
          <a:p>
            <a:r>
              <a:rPr lang="nb-NO" dirty="0"/>
              <a:t>Essay </a:t>
            </a:r>
            <a:r>
              <a:rPr lang="nb-NO" dirty="0" err="1"/>
              <a:t>Assessment</a:t>
            </a:r>
            <a:r>
              <a:rPr lang="nb-NO" dirty="0"/>
              <a:t> </a:t>
            </a:r>
            <a:r>
              <a:rPr lang="nb-NO" dirty="0" err="1"/>
              <a:t>technology</a:t>
            </a:r>
            <a:r>
              <a:rPr lang="nb-NO" dirty="0"/>
              <a:t> (EAT) – HIOF og Volda (2023-2026)</a:t>
            </a:r>
          </a:p>
          <a:p>
            <a:pPr lvl="1"/>
            <a:r>
              <a:rPr lang="nb-NO" dirty="0"/>
              <a:t>Elever skriver førsteutkast i EAT</a:t>
            </a:r>
          </a:p>
          <a:p>
            <a:pPr lvl="1"/>
            <a:r>
              <a:rPr lang="nb-NO" dirty="0"/>
              <a:t>Automatisk tilbakemelding på språk, innhold struktur og organisering</a:t>
            </a:r>
          </a:p>
          <a:p>
            <a:pPr lvl="1"/>
            <a:r>
              <a:rPr lang="nb-NO" dirty="0"/>
              <a:t>Elevene diskuterer i grupper og med lærer</a:t>
            </a:r>
          </a:p>
          <a:p>
            <a:pPr lvl="1"/>
            <a:r>
              <a:rPr lang="nb-NO" dirty="0"/>
              <a:t>Elevene skriver nytt utkast.</a:t>
            </a:r>
          </a:p>
          <a:p>
            <a:pPr lvl="1"/>
            <a:r>
              <a:rPr lang="nb-NO" dirty="0"/>
              <a:t>Kan gjentas før sluttinnlevering til lærer</a:t>
            </a:r>
          </a:p>
          <a:p>
            <a:pPr marL="457200" lvl="1" indent="0">
              <a:buNone/>
            </a:pPr>
            <a:endParaRPr lang="nb-NO" dirty="0">
              <a:hlinkClick r:id="rId2"/>
            </a:endParaRPr>
          </a:p>
          <a:p>
            <a:pPr marL="457200" lvl="1" indent="0">
              <a:buNone/>
            </a:pPr>
            <a:r>
              <a:rPr lang="nb-NO" dirty="0">
                <a:hlinkClick r:id="rId2"/>
              </a:rPr>
              <a:t>https://www.hiof.no/lusp/pil/forskning/prosjekter/ai4afl/</a:t>
            </a:r>
            <a:endParaRPr lang="nb-NO" dirty="0"/>
          </a:p>
          <a:p>
            <a:pPr marL="457200" lvl="1" indent="0">
              <a:buNone/>
            </a:pPr>
            <a:r>
              <a:rPr lang="nb-NO" dirty="0">
                <a:hlinkClick r:id="rId3"/>
              </a:rPr>
              <a:t>https://www.hiof.no/lusp/pil/forskning/prosjekter/ace-tl21/</a:t>
            </a:r>
            <a:endParaRPr lang="nb-NO" dirty="0"/>
          </a:p>
          <a:p>
            <a:pPr marL="457200" lvl="1" indent="0">
              <a:buNone/>
            </a:pPr>
            <a:endParaRPr lang="nb-NO" dirty="0"/>
          </a:p>
          <a:p>
            <a:pPr lvl="1"/>
            <a:endParaRPr lang="nb-NO" dirty="0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FD6B6E7C-F778-8ADF-5711-78608A7DFA56}"/>
              </a:ext>
            </a:extLst>
          </p:cNvPr>
          <p:cNvSpPr/>
          <p:nvPr/>
        </p:nvSpPr>
        <p:spPr>
          <a:xfrm>
            <a:off x="10692384" y="3224054"/>
            <a:ext cx="1499616" cy="2420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&lt;-- </a:t>
            </a:r>
            <a:r>
              <a:rPr lang="nb-NO" dirty="0" err="1"/>
              <a:t>Learnlab</a:t>
            </a:r>
            <a:r>
              <a:rPr lang="nb-NO" dirty="0"/>
              <a:t>?</a:t>
            </a:r>
          </a:p>
          <a:p>
            <a:pPr algn="ctr"/>
            <a:endParaRPr lang="nb-NO" dirty="0"/>
          </a:p>
          <a:p>
            <a:pPr algn="ctr"/>
            <a:r>
              <a:rPr lang="nb-NO" dirty="0"/>
              <a:t>Besøk 26.11</a:t>
            </a:r>
          </a:p>
        </p:txBody>
      </p:sp>
    </p:spTree>
    <p:extLst>
      <p:ext uri="{BB962C8B-B14F-4D97-AF65-F5344CB8AC3E}">
        <p14:creationId xmlns:p14="http://schemas.microsoft.com/office/powerpoint/2010/main" val="280464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96A2EF-E502-26AB-19A4-33954345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Gir KI i skolen mer læring?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D86E8C1-CC4A-FA93-36F9-041F6AA07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400" b="1" dirty="0"/>
              <a:t>Stor metaanalyse (Weng og Fang 2025) </a:t>
            </a:r>
            <a:r>
              <a:rPr lang="nb-NO" sz="3400" b="1" dirty="0">
                <a:hlinkClick r:id="rId2"/>
              </a:rPr>
              <a:t>–</a:t>
            </a:r>
            <a:r>
              <a:rPr lang="nb-NO" sz="3400" b="1" dirty="0"/>
              <a:t> </a:t>
            </a:r>
          </a:p>
          <a:p>
            <a:pPr>
              <a:buFontTx/>
              <a:buChar char="-"/>
            </a:pPr>
            <a:r>
              <a:rPr lang="nb-NO" sz="2000" dirty="0" err="1"/>
              <a:t>ChatGPT</a:t>
            </a:r>
            <a:r>
              <a:rPr lang="nb-NO" sz="2000" dirty="0"/>
              <a:t> har stor positiv effekt på studentenes resultater, og samtidig moderat positiv effekt på studentenes opplevelse av læring.</a:t>
            </a:r>
          </a:p>
          <a:p>
            <a:pPr>
              <a:buFontTx/>
              <a:buChar char="-"/>
            </a:pPr>
            <a:endParaRPr lang="nb-NO" sz="2400" b="1" dirty="0"/>
          </a:p>
          <a:p>
            <a:pPr marL="0" indent="0">
              <a:buNone/>
            </a:pPr>
            <a:r>
              <a:rPr lang="nb-NO" sz="2000" dirty="0"/>
              <a:t>- «Effektene av </a:t>
            </a:r>
            <a:r>
              <a:rPr lang="nb-NO" sz="2000" dirty="0" err="1"/>
              <a:t>ChatGPT</a:t>
            </a:r>
            <a:r>
              <a:rPr lang="nb-NO" sz="2000" dirty="0"/>
              <a:t>-bruk varierer avhengig av kursinnhold, undervisningsmodell, hvor lenge og i hvor stor grad </a:t>
            </a:r>
            <a:r>
              <a:rPr lang="nb-NO" sz="2000" dirty="0" err="1"/>
              <a:t>ChatGPT</a:t>
            </a:r>
            <a:r>
              <a:rPr lang="nb-NO" sz="2000" dirty="0"/>
              <a:t> brukes. For best resultat bør </a:t>
            </a:r>
            <a:r>
              <a:rPr lang="nb-NO" sz="2000" dirty="0" err="1"/>
              <a:t>ChatGPT</a:t>
            </a:r>
            <a:r>
              <a:rPr lang="nb-NO" sz="2000" dirty="0"/>
              <a:t> integreres aktivt i undervisningen, gjerne over flere uker og med støtte i tydelige pedagogiske rammer, som for eksempel </a:t>
            </a:r>
            <a:r>
              <a:rPr lang="nb-NO" sz="2000" i="1" dirty="0"/>
              <a:t>Blooms taksonomi</a:t>
            </a:r>
            <a:r>
              <a:rPr lang="nb-NO" sz="2000" dirty="0"/>
              <a:t>.»</a:t>
            </a:r>
            <a:endParaRPr lang="nb-NO" sz="2000" dirty="0">
              <a:hlinkClick r:id="rId2"/>
            </a:endParaRPr>
          </a:p>
          <a:p>
            <a:pPr marL="0" indent="0">
              <a:buNone/>
            </a:pPr>
            <a:r>
              <a:rPr lang="nb-NO" sz="2000" dirty="0">
                <a:hlinkClick r:id="rId2"/>
              </a:rPr>
              <a:t>https://www.khrono.no/analyse-chatgpt-har-stor-positiv-effekt-pa-studentenes-resultater/971854</a:t>
            </a:r>
            <a:endParaRPr lang="nb-NO" sz="2000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49214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51BC109-8F24-8314-EDD1-DE7A350A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Gir KI i skolen mer læring?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FFAE9F1-7E55-8632-3678-9FE4D66BC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 dirty="0"/>
              <a:t>Kritikk av studien (Ingebrigtsen &amp; Lukic 2025)</a:t>
            </a:r>
          </a:p>
          <a:p>
            <a:pPr marL="0" indent="0">
              <a:buNone/>
            </a:pPr>
            <a:r>
              <a:rPr lang="nb-NO" sz="2400" b="1" dirty="0"/>
              <a:t>«</a:t>
            </a:r>
            <a:r>
              <a:rPr lang="nb-NO" sz="2400" dirty="0"/>
              <a:t> .. flere vesentlige feil. Forfatterne har oppgitt feil antall deltakere, feilberegnet effektstørrelser og tilsynelatende brukt variabler som ikke ble målt eller oppgitt i originalstudiene. »</a:t>
            </a:r>
            <a:r>
              <a:rPr lang="nb-NO" sz="2400" b="1" dirty="0"/>
              <a:t> </a:t>
            </a:r>
          </a:p>
          <a:p>
            <a:pPr marL="0" indent="0">
              <a:buNone/>
            </a:pPr>
            <a:endParaRPr lang="nb-NO" sz="2400" b="1" dirty="0"/>
          </a:p>
          <a:p>
            <a:pPr marL="0" indent="0">
              <a:buNone/>
            </a:pPr>
            <a:r>
              <a:rPr lang="nb-NO" sz="2000" b="1" dirty="0"/>
              <a:t>«</a:t>
            </a:r>
            <a:r>
              <a:rPr lang="nb-NO" sz="2400" dirty="0"/>
              <a:t>Ja, språkmodeller kan sannsynligvis hjelpe oss å lære bedre. De kan støtte målrettet øving, gi raskere tilbakemeldinger, nivåtilpassede forklaringer og senke terskelen for å stille spørsmål. Men de kan også ha negative effekter, som å forsterke misoppfatninger og bidra til kompetanseillusjoner. »</a:t>
            </a:r>
          </a:p>
          <a:p>
            <a:pPr marL="0" indent="0">
              <a:buNone/>
            </a:pPr>
            <a:endParaRPr lang="nb-NO" sz="2400" b="1" dirty="0"/>
          </a:p>
          <a:p>
            <a:pPr marL="0" indent="0">
              <a:buNone/>
            </a:pPr>
            <a:r>
              <a:rPr lang="nb-NO" sz="2000" dirty="0">
                <a:hlinkClick r:id="rId2"/>
              </a:rPr>
              <a:t>https://www.khrono.no/nei-denne-metaanalysen-viser-ikke-bedre-laering-med-chatgpt/976160</a:t>
            </a:r>
            <a:endParaRPr lang="nb-NO" sz="2000" dirty="0"/>
          </a:p>
          <a:p>
            <a:pPr marL="0" indent="0">
              <a:buNone/>
            </a:pPr>
            <a:endParaRPr lang="nb-NO" sz="2000" dirty="0"/>
          </a:p>
          <a:p>
            <a:pPr marL="0" indent="0">
              <a:buNone/>
            </a:pPr>
            <a:endParaRPr lang="nb-NO" sz="2000" b="1" dirty="0"/>
          </a:p>
        </p:txBody>
      </p:sp>
    </p:spTree>
    <p:extLst>
      <p:ext uri="{BB962C8B-B14F-4D97-AF65-F5344CB8AC3E}">
        <p14:creationId xmlns:p14="http://schemas.microsoft.com/office/powerpoint/2010/main" val="1275084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EBEFBB2-27FB-DC4C-8165-992968E5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Plenumsdiskusjon – hvor godt egnet er KI/</a:t>
            </a:r>
            <a:r>
              <a:rPr lang="nb-NO" sz="3600" dirty="0" err="1"/>
              <a:t>prateroboter</a:t>
            </a:r>
            <a:r>
              <a:rPr lang="nb-NO" sz="3600" dirty="0"/>
              <a:t> til følgende?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BAC467D-2F16-81A7-3BC1-B9FB43207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Lage læringsmål?</a:t>
            </a:r>
          </a:p>
          <a:p>
            <a:r>
              <a:rPr lang="nb-NO" dirty="0"/>
              <a:t>Lage undervisningsplaner?</a:t>
            </a:r>
          </a:p>
          <a:p>
            <a:r>
              <a:rPr lang="nb-NO" dirty="0"/>
              <a:t>Skrive kommentarer (formativ vurdering) til elevers innleveringer/prøver?</a:t>
            </a:r>
          </a:p>
          <a:p>
            <a:r>
              <a:rPr lang="nb-NO" dirty="0"/>
              <a:t>Sette karakter/poeng på prøver?</a:t>
            </a:r>
          </a:p>
          <a:p>
            <a:r>
              <a:rPr lang="nb-NO" dirty="0"/>
              <a:t>Svare på henvendelser fra foreldre og elever?</a:t>
            </a:r>
          </a:p>
          <a:p>
            <a:r>
              <a:rPr lang="nb-NO" dirty="0"/>
              <a:t>Lage oppsummering av samtaler med elever/foreldre?</a:t>
            </a:r>
          </a:p>
          <a:p>
            <a:r>
              <a:rPr lang="nb-NO" dirty="0"/>
              <a:t>Lage spørsmål til prøver?</a:t>
            </a:r>
          </a:p>
        </p:txBody>
      </p:sp>
    </p:spTree>
    <p:extLst>
      <p:ext uri="{BB962C8B-B14F-4D97-AF65-F5344CB8AC3E}">
        <p14:creationId xmlns:p14="http://schemas.microsoft.com/office/powerpoint/2010/main" val="1023083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sjon1" id="{F332CAED-A269-4B50-A952-260E3712529C}" vid="{C6E5C74C-4D79-4811-AD41-03C074970AC8}"/>
    </a:ext>
  </a:extLst>
</a:theme>
</file>

<file path=docMetadata/LabelInfo.xml><?xml version="1.0" encoding="utf-8"?>
<clbl:labelList xmlns:clbl="http://schemas.microsoft.com/office/2020/mipLabelMetadata">
  <clbl:label id="{a5a66368-d49e-4bf5-af9a-6ccbf48e6655}" enabled="0" method="" siteId="{a5a66368-d49e-4bf5-af9a-6ccbf48e665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1443</TotalTime>
  <Words>773</Words>
  <Application>Microsoft Macintosh PowerPoint</Application>
  <PresentationFormat>Widescreen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10</vt:i4>
      </vt:variant>
    </vt:vector>
  </HeadingPairs>
  <TitlesOfParts>
    <vt:vector size="14" baseType="lpstr">
      <vt:lpstr>Oslo Sans Office</vt:lpstr>
      <vt:lpstr>Arial</vt:lpstr>
      <vt:lpstr>Calibri</vt:lpstr>
      <vt:lpstr>Office-tema</vt:lpstr>
      <vt:lpstr>Viktigste nyheter 2024-&gt; 2025</vt:lpstr>
      <vt:lpstr>KI – siste nytt – faglig-pedagogisk dag – UiO</vt:lpstr>
      <vt:lpstr>Bør skille mellom undervisning..  </vt:lpstr>
      <vt:lpstr>PowerPoint-presentasjon</vt:lpstr>
      <vt:lpstr>PowerPoint-presentasjon</vt:lpstr>
      <vt:lpstr>PowerPoint-presentasjon</vt:lpstr>
      <vt:lpstr>Eyvind Elstad – viktigste funn</vt:lpstr>
      <vt:lpstr>Gir KI i skolen mer læring?</vt:lpstr>
      <vt:lpstr>Gir KI i skolen mer læring?</vt:lpstr>
      <vt:lpstr>Plenumsdiskusjon – hvor godt egnet er KI/prateroboter til følgende?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Erling Midtgard</dc:creator>
  <cp:lastModifiedBy>Erling Midtgard</cp:lastModifiedBy>
  <cp:revision>1</cp:revision>
  <dcterms:created xsi:type="dcterms:W3CDTF">2025-11-06T09:24:34Z</dcterms:created>
  <dcterms:modified xsi:type="dcterms:W3CDTF">2025-11-09T21:23:39Z</dcterms:modified>
</cp:coreProperties>
</file>